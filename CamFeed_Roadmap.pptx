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517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615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167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53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683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030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258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495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70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195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2108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837495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9721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1323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9579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312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423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77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CamFeed</a:t>
            </a:r>
            <a:r>
              <a:rPr dirty="0"/>
              <a:t> App –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Record screen with audio</a:t>
            </a:r>
          </a:p>
          <a:p>
            <a:r>
              <a:t>Preview recordings</a:t>
            </a:r>
          </a:p>
          <a:p>
            <a:r>
              <a:t>Upload and share via link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Frontend: React + </a:t>
            </a:r>
            <a:r>
              <a:rPr dirty="0" err="1"/>
              <a:t>MediaRecorder</a:t>
            </a:r>
            <a:endParaRPr dirty="0"/>
          </a:p>
          <a:p>
            <a:r>
              <a:rPr dirty="0"/>
              <a:t>Backend: Spring Boot</a:t>
            </a:r>
            <a:r>
              <a:rPr lang="en-US" dirty="0"/>
              <a:t> / Python</a:t>
            </a:r>
            <a:endParaRPr dirty="0"/>
          </a:p>
          <a:p>
            <a:r>
              <a:rPr dirty="0"/>
              <a:t>Storage: Local → AWS S3</a:t>
            </a:r>
            <a:r>
              <a:rPr lang="en-US" dirty="0"/>
              <a:t> / </a:t>
            </a:r>
            <a:r>
              <a:rPr lang="en-US" dirty="0" err="1"/>
              <a:t>Vercel</a:t>
            </a:r>
            <a:endParaRPr dirty="0"/>
          </a:p>
          <a:p>
            <a:r>
              <a:rPr dirty="0"/>
              <a:t>Database: PostgreSQL / MySQL</a:t>
            </a:r>
            <a:r>
              <a:rPr lang="en-US" dirty="0"/>
              <a:t> / MongoDB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 – Core Recording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Screen capture</a:t>
            </a:r>
          </a:p>
          <a:p>
            <a:r>
              <a:t>Microphone capture</a:t>
            </a:r>
          </a:p>
          <a:p>
            <a:r>
              <a:t>MediaRecorder</a:t>
            </a:r>
          </a:p>
          <a:p>
            <a:r>
              <a:t>Preview video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 – UX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/ Stop / Pause</a:t>
            </a:r>
          </a:p>
          <a:p>
            <a:r>
              <a:t>Recording timer</a:t>
            </a:r>
          </a:p>
          <a:p>
            <a:r>
              <a:t>Permission handling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 – Upload &amp;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Upload API</a:t>
            </a:r>
          </a:p>
          <a:p>
            <a:r>
              <a:t>Store video files</a:t>
            </a:r>
          </a:p>
          <a:p>
            <a:r>
              <a:t>Generate share link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4 – Playback &amp; Sharing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 video page</a:t>
            </a:r>
          </a:p>
          <a:p>
            <a:r>
              <a:t>Video streaming</a:t>
            </a:r>
          </a:p>
          <a:p>
            <a:r>
              <a:t>View access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Webcam bubble</a:t>
            </a:r>
          </a:p>
          <a:p>
            <a:r>
              <a:t>Video trimming</a:t>
            </a:r>
          </a:p>
          <a:p>
            <a:r>
              <a:t>Authentication</a:t>
            </a:r>
          </a:p>
          <a:p>
            <a:r>
              <a:t>Cloud scalability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Record → Upload → Share → Watch</a:t>
            </a:r>
          </a:p>
          <a:p>
            <a:r>
              <a:t>Strong real-world portfolio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3</TotalTime>
  <Words>117</Words>
  <Application>Microsoft Office PowerPoint</Application>
  <PresentationFormat>On-screen Show (4:3)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Trebuchet MS</vt:lpstr>
      <vt:lpstr>Berlin</vt:lpstr>
      <vt:lpstr>CamFeed App – Goal</vt:lpstr>
      <vt:lpstr>Tech Stack</vt:lpstr>
      <vt:lpstr>Phase 1 – Core Recording</vt:lpstr>
      <vt:lpstr>Phase 2 – UX Controls</vt:lpstr>
      <vt:lpstr>Phase 3 – Upload &amp; Storage</vt:lpstr>
      <vt:lpstr>Phase 4 – Playback &amp; Sharing</vt:lpstr>
      <vt:lpstr>Advanced Features</vt:lpstr>
      <vt:lpstr>Outcome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chetan uppin</cp:lastModifiedBy>
  <cp:revision>2</cp:revision>
  <dcterms:created xsi:type="dcterms:W3CDTF">2013-01-27T09:14:16Z</dcterms:created>
  <dcterms:modified xsi:type="dcterms:W3CDTF">2026-01-07T13:57:21Z</dcterms:modified>
  <cp:category/>
</cp:coreProperties>
</file>